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paper: ICLR 2025, MIT/Caltech/Northeastern. One-line pitch: move the nonlinearity from the nodes to the edges and make it learnable.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About 15 minutes: 3 on motivation, 5 on method, 4 on results, 3 on critique.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UAT says width exists but not how it scales. In transformers MLP blocks hold most non-embedding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theorem is exact but the inner functions may be non-smooth; the paper's contribution is making it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figure: left is MLP with fixed activation and weights, middle is KAN with a spline on every edge, right is the basis.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KAN layer is just a matrix of 1D functions. Deeper KANs: stack layers. The original theorem is the [n,2n+1,1] special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implementation tricks; mention footnote: coefficients ~ N(0, 0.1²), Xavier for w_b.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alpha=4 needs a smooth KA representation to exist; constant C may hide dimension dependence.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MLPs have no equivalent of fine-graining. Show staircase figure; point out spikes after extension in my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Alice's workflow in the paper's Figure 2.4. Stress human-in-the-loop.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four unit tests pass; spline partition of unity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Prune took 5 hidden nodes to 1. Auto-suggest preferred tanh over exp on a narrow range; human override as in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Mixed result: strong on x*y, weaker on exp(sin)+y^2 once MLPs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matches paper (1e-7 vs 1e-5, 1e2 vs 1e4 params); my absolute errors are higher. Ground truth is symbolic, which may favour KANs.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Locality of splines; but must freeze w_b and w_s. With w_s trainable I saw forgetting (peak 1 RMSE 0.535).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DeepMind's Nature 2021 study found signature relates to slope; KANs reproduced via visual inspection.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Mobility edges separate extended and localized states; KAN gives qualitative plus quantitative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balanced: authors are candid about speed and toy continual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Figure 6.1 decision rule from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KAN: Kolmogorov–Arnold Networks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548640" y="2286000"/>
            <a:ext cx="10972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activation functions on edges, not fixed ones on nodes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Wang, Vaidya, Ruehle, Halverson, Soljačić, Hou, Tegmark · ICLR 2025 · arXiv:2404.19756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14300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Motivation: limits of MLPs and the Kolmogorov–Arnold theorem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KAN architecture and parametrisation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Theory: approximation bound and scaling laws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Grid extension, sparsification, pruning, symbolification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My from-scratch PyTorch reproduction and results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Paper's science results: knot theory, Anderson localization</a:t>
            </a:r>
            <a:endParaRPr lang="en-US" sz="1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Critique, limitations and takeaways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what is wrong with MLPs?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14300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MLP(x) = (W_{L−1}∘σ∘…∘σ∘W₀)(x): fixed σ on nodes, learned linear W on edges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by the Universal Approximation Theorem: f(x) ≈ Σ aᵢσ(wᵢ·x+bᵢ)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gives no bound on N(ε); width can grow exponentially with input dimension d (curse of dimensionality)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transformers MLPs consume almost all non-embedding parameters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MLPs are hard to interpret without post-hoc tools (attribution, sparse autoencoders)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can we build a better nonlinear regressor that is also interpretable?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Kolmogorov–Arnold representation theorem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28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f(x₁,…,xₙ) = Σ_{q=1}^{2n+1} Φ_q( Σ_{p=1}^{n} φ_{q,p}(x_p) 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smooth multivariate function = sums and compositions of univariate functions: addition is the only true multivariate operation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Naively: high-dimensional learning reduces to learning O(n²) one-dimensional functions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objection: inner functions can be fractal, so the theorem was called 'theoretically sound but practically useless'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response: (1) generalise to arbitrary width and depth, (2) science functions are usually smooth with sparse compositional structure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vs MLP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/home/claude/kan_project/results/fig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8046720" cy="225308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3611880"/>
            <a:ext cx="3840480" cy="1097280"/>
          </a:xfrm>
          <a:prstGeom prst="rect">
            <a:avLst/>
          </a:prstGeom>
          <a:solidFill>
            <a:srgbClr val="F3F6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85800" y="3703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on nodes (fixed); linear weights on edges (learnable)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754880" y="3611880"/>
            <a:ext cx="3840480" cy="1097280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892040" y="3703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on edges (learnable splines); nodes only sum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layers and deep KANs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14300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Layer: matrix Φ = {φ_{j,i}}, i=1..n_in, j=1..n_out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value: x_{l+1,j} = Σᵢ φ_{l,j,i}(x_{l,i}); no nonlinearity at nodes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KAN(x) = (Φ_{L−1}∘…∘Φ₁∘Φ₀)(x), shape [n₀,n₁,…,n_L]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KA theorem = two layers, shape [n, 2n+1, 1]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exp(sin(x₁²+x₂²)+sin(x₃²+x₄²)) fits a [4,2,1,1] KAN smoothly but may have no smooth 2-layer form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differentiable → trained with back-propagation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Parametrising one edge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28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φ(x) = w_b · silu(x) + w_s · Σᵢ cᵢ Bᵢ(x)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Bᵢ: cubic (k=3) B-splines on a grid of G intervals → G+k trainable coefficients per edge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base silu(x), like a skip connection, helps optimisation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Initialisation: spline ≈ 0 (cᵢ ~ N(0,0.1²)), w_s=1, w_b Xavier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update: grids adapt on the fly to the observed input range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O(N²L(G+k)) for KAN vs O(N²L) for MLP, but KANs usually need much smaller 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1-D inputs a KAN is just a spline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approximation bound and scaling laws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84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‖ f − (Φ^G_{L−1}∘…∘Φ^G₀)x ‖_{C^m} ≤ C · G^{−k−1+m}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exponent α (loss ∝ N^−α)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Sharma &amp; Kaplan: data manifold dim 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(k+1)/d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Michaud et al.: max arity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(k+1)/2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Poggio et al.: compositional sparsity, W^m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 (Theorem 2.1), cubic k=3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k+1 =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idea: apply 1-D B-spline theory to each Φ_{l,i,j}, then sum the residuals of the layers (telescoping).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extension: improve accuracy without retraining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1430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small-grid KAN, then refine every spline grid (G₁→G₂)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coefficients from least squares: c′ = argmin E_x[(Σc′ⱼB′ⱼ − ΣcᵢBᵢ)²]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shows 'staircases': drop after each extension, then plateau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small KANs generalise better; test-loss U-shape at interpolation threshold G≈1000/15</a:t>
            </a:r>
            <a:endParaRPr lang="en-US" sz="1400" dirty="0"/>
          </a:p>
        </p:txBody>
      </p:sp>
      <p:pic>
        <p:nvPicPr>
          <p:cNvPr id="6" name="Image 0" descr="/home/claude/kan_project/results/fig_grid_exten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788920"/>
            <a:ext cx="6583680" cy="17578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run on exp(sin πx + y²): staircase visible; RMSE plateaus ~1e-3 (no G⁻⁴).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80160"/>
            <a:ext cx="1508760" cy="1188720"/>
          </a:xfrm>
          <a:prstGeom prst="rect">
            <a:avLst/>
          </a:prstGeom>
          <a:solidFill>
            <a:srgbClr val="F3F6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371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Sparsify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+ entropy on |φ|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94560" y="1280160"/>
            <a:ext cx="1508760" cy="1188720"/>
          </a:xfrm>
          <a:prstGeom prst="rect">
            <a:avLst/>
          </a:prstGeom>
          <a:solidFill>
            <a:srgbClr val="F3F6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371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nodes, θ=10⁻²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40480" y="1280160"/>
            <a:ext cx="1508760" cy="1188720"/>
          </a:xfrm>
          <a:prstGeom prst="rect">
            <a:avLst/>
          </a:prstGeom>
          <a:solidFill>
            <a:srgbClr val="F3F6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77640" y="1371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Symbolify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to sin, exp, x²…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0" y="1280160"/>
            <a:ext cx="1508760" cy="1188720"/>
          </a:xfrm>
          <a:prstGeom prst="rect">
            <a:avLst/>
          </a:prstGeom>
          <a:solidFill>
            <a:srgbClr val="F3F6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1371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Fine-tune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(a,b,c,d)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32320" y="1280160"/>
            <a:ext cx="1508760" cy="1188720"/>
          </a:xfrm>
          <a:prstGeom prst="rect">
            <a:avLst/>
          </a:prstGeom>
          <a:solidFill>
            <a:srgbClr val="F3F6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9480" y="1371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Formula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 closed form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27432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ℓ_total = ℓ_pred + λ(μ₁Σ|Φ_l|₁ + μ₂ΣS(Φ_l)); |φ|₁ = mean |φ(x)| over the batch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fit: y ≈ c·f(ax+b)+d by grid search on (a,b) + linear regression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classic symbolic regression, the search is continuous and users can 'operate' on the KAN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implementation (PyTorch, from scratch)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kan/layer.py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Cox–de Boor B-splines, φ(x), grid update, least-squares grid extension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kan/model.py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KAN, L1+entropy reg., pruning, fix/suggest/auto symbolic, MLP 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kan/symbolic.py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library + affine grid-search fitter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kan/train.py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LBFGS/Adam loops, data generator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experiments/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experiments: grid ext., scaling, symbolic, continual, PDE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 of unity, parameter count, extension fidelity, backprop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Deviations: blended adaptive/uniform grid update; best-iterate LBFGS safeguard; far smaller step budgets than the paper.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1: symbolic regression recovers the formula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1430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f(x,y) = exp(sin(πx) + y²); trained [2,5,1] with sparsity λ=3×10⁻³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pruning → [2,1,1] KAN, as the paper reports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suggest_symbolic: sin and x² found; outer edge ambiguous (tanh R²=0.99997 vs exp 0.99976)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sets exp from prior knowledge (paper step 3)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f̂ = 1.082·exp(0.956 y²)·exp(0.958 sin(3.144 x)) − 0.078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true function (sin(3.144x) ≈ sin(πx)); test RMSE 0.022 on a target spanning ~0.4–7.4. No gradient fine-tuning of affine terms, so not exact.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2: KAN vs MLP scaling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/home/claude/kan_project/results/fig_scaling_vs_m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8046720" cy="29290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x·y: KAN [2,2,1] 150 params → 2.4e-5; best MLP 1,801 params → 4.9e-4 (20× better, 12× fewer params)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exp(sin πx+y²): KAN beats depth-2 MLPs and small depth-3 MLPs, but plateaus ~5e-3; larger depth-3 MLPs win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α=4 line not reproduced (limited LBFGS budget, single seed)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3: Poisson PDE with a PINN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8288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L² MSE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 [2,5,1], G=5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7.4e-5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 [2,10,1], G=5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4.7e-6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[2,10,1] tanh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6.8e-3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[2,100,100,100,1] tanh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20,601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6.7e-5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u_xx+u_yy=f on [−1,1]², u=sin(πx)sin(πy²); loss = 0.01·interior + boundary; 40 LBFGS steps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[2,10,1]: 69× fewer parameters and ~14× lower error than the big MLP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single seed; KANs ~10× slower per parameter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4: continual learning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/home/claude/kan_project/results/fig_contin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8046720" cy="24944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Gaussian peaks, one per phase (Adam, 800 steps). Spline-only KAN: RMSE 0.001 on all peaks afterwards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[1,64,64,1]: old-peak RMSE 484, 396, 282, 113 (extrapolation blow-up) → catastrophic forgetting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locality comes from spline coefficients; global w_s/w_b must be frozen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knot theory (AI for math)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DeepMind MLP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layers, width 300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3×10⁵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[17,1,14], G=3, k=3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≈2×10²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depends mostly on real meridinal translation μ_r (DeepMind: μ_i); ablation: μ_r alone 65.0%, μ_i alone 43.8%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formulas: a Pareto family; formula using only μ_r and λ reaches 77.8%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mode (18 inputs, Gaussian output) rediscovered: signature relation, V=μ_r·λ, 2r ≥ g_r; nothing new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a 60-parameter MLP reportedly reached 80%, weakening the efficiency claim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Anderson localization (AI for physics)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 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[2,1], sigmoid output, linear λ 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recovers mobility edge E(λ) for κ=2..5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Generalised Aubry–André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[4,2,1,1], auto snap to linear/quadratic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98.7→98.9%; formula 99.0% vs theory 99.2%; ϕ ignored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Aubry–André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[4,3,1,1]→[4,2,1,1], manual hints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cosh 96.6%, quadratic 95.4%, auto 97.1%, theory 98.6%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474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human input → simpler formula, slightly lower accuracy: a 'knob' between simplicity and accuracy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15 special functions → better Pareto frontier than MLPs; Feynman equations → roughly comparable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and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F3F6F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2801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Simple, well-motivated idea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interpretability on small symbolic tasks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Open-source library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Honest about limitations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FDECEA"/>
          </a:solidFill>
          <a:ln w="12700">
            <a:solidFill>
              <a:srgbClr val="D0D7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2801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/ open questions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~10× slower training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a smooth KA representation to exist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α=4 shown on synthetic data only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Weak MLP baselines (plain LBFGS)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Interpretability depends on λ, G, seeds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Scaling to language/vision unknown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2296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14300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 move learnable nonlinearity to edges: spline φ replaces every weight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case: small, compositional, scientific problems where interpretable or symbolic output matters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reproduction: symbolic recovery, PDE efficiency, continual learning confirmed; G⁻⁴ scaling not matched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MLPs when training speed matters; try KANs when accuracy/interpretability matters and compute is small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kansformers, adaptive grids, faster implementations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KAN: Kolmogorov–Arnold Networks</dc:title>
  <dc:subject>PptxGenJS Presentation</dc:subject>
  <dc:creator>PptxGenJS</dc:creator>
  <cp:lastModifiedBy>PptxGenJS</cp:lastModifiedBy>
  <cp:revision>1</cp:revision>
  <dcterms:created xsi:type="dcterms:W3CDTF">2026-10-06T04:46:53Z</dcterms:created>
  <dcterms:modified xsi:type="dcterms:W3CDTF">2026-10-06T04:46:53Z</dcterms:modified>
</cp:coreProperties>
</file>